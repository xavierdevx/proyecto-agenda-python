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2bf0132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2bf013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bf01322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bf01322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bf01322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bf01322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bf01322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bf0132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bf01322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bf01322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bf01322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bf01322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2bf01322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2bf01322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Sistema de Contactos en Python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Javier Pastén Salinas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551" y="1"/>
            <a:ext cx="9144000" cy="508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6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6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6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50" y="528750"/>
            <a:ext cx="4191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9175" y="873750"/>
            <a:ext cx="34575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50" y="755150"/>
            <a:ext cx="33909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775" y="755150"/>
            <a:ext cx="3219450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577" y="0"/>
            <a:ext cx="9144000" cy="508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